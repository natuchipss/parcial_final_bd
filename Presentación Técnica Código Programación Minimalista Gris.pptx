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ourier Prime" charset="1" panose="00000509000000000000"/>
      <p:regular r:id="rId11"/>
    </p:embeddedFont>
    <p:embeddedFont>
      <p:font typeface="Courier Prime Bold" charset="1" panose="00000809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-3294138" y="4385494"/>
            <a:ext cx="9650362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278912" y="1085850"/>
            <a:ext cx="11500060" cy="263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97"/>
              </a:lnSpc>
            </a:pPr>
            <a:r>
              <a:rPr lang="en-US" sz="912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Videogame Manual with UML {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78912" y="7090001"/>
            <a:ext cx="2471972" cy="160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77"/>
              </a:lnSpc>
            </a:pPr>
            <a:r>
              <a:rPr lang="en-US" sz="10944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78912" y="4532669"/>
            <a:ext cx="10747189" cy="159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456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&lt;Por="Jose david cuberos y Natalia salcedo"/&gt;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62002" y="-102870"/>
            <a:ext cx="4230823" cy="10389870"/>
            <a:chOff x="0" y="0"/>
            <a:chExt cx="1543416" cy="37902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3416" cy="3790253"/>
            </a:xfrm>
            <a:custGeom>
              <a:avLst/>
              <a:gdLst/>
              <a:ahLst/>
              <a:cxnLst/>
              <a:rect r="r" b="b" t="t" l="l"/>
              <a:pathLst>
                <a:path h="3790253" w="1543416">
                  <a:moveTo>
                    <a:pt x="0" y="0"/>
                  </a:moveTo>
                  <a:lnTo>
                    <a:pt x="1543416" y="0"/>
                  </a:lnTo>
                  <a:lnTo>
                    <a:pt x="1543416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8" id="8"/>
          <p:cNvSpPr/>
          <p:nvPr/>
        </p:nvSpPr>
        <p:spPr>
          <a:xfrm rot="0">
            <a:off x="14666595" y="9210675"/>
            <a:ext cx="15390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diamond" len="lg" w="lg"/>
            <a:tailEnd type="arrow" len="sm" w="med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874385"/>
            <a:ext cx="15672713" cy="6541738"/>
            <a:chOff x="0" y="0"/>
            <a:chExt cx="5717448" cy="23864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7448" cy="2386444"/>
            </a:xfrm>
            <a:custGeom>
              <a:avLst/>
              <a:gdLst/>
              <a:ahLst/>
              <a:cxnLst/>
              <a:rect r="r" b="b" t="t" l="l"/>
              <a:pathLst>
                <a:path h="2386444" w="5717448">
                  <a:moveTo>
                    <a:pt x="0" y="0"/>
                  </a:moveTo>
                  <a:lnTo>
                    <a:pt x="5717448" y="0"/>
                  </a:lnTo>
                  <a:lnTo>
                    <a:pt x="5717448" y="2386444"/>
                  </a:lnTo>
                  <a:lnTo>
                    <a:pt x="0" y="2386444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4" id="4"/>
          <p:cNvSpPr/>
          <p:nvPr/>
        </p:nvSpPr>
        <p:spPr>
          <a:xfrm rot="5400000">
            <a:off x="-232217" y="4135302"/>
            <a:ext cx="2598034" cy="0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04775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Game Structure {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9030" y="3165372"/>
            <a:ext cx="9212878" cy="406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6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Now I talk about the structure of the game.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9030" y="3822836"/>
            <a:ext cx="14350395" cy="5134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1800" indent="-340900" lvl="1">
              <a:lnSpc>
                <a:spcPts val="6000"/>
              </a:lnSpc>
              <a:buFont typeface="Arial"/>
              <a:buChar char="•"/>
            </a:pPr>
            <a:r>
              <a:rPr lang="en-US" b="true" sz="3157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Class Diagram:</a:t>
            </a:r>
            <a:r>
              <a:rPr lang="en-US" sz="315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Shows the parts of the game. Example: Player, Inventory, Stats, Profile.</a:t>
            </a:r>
          </a:p>
          <a:p>
            <a:pPr algn="l" marL="681800" indent="-340900" lvl="1">
              <a:lnSpc>
                <a:spcPts val="6000"/>
              </a:lnSpc>
              <a:buFont typeface="Arial"/>
              <a:buChar char="•"/>
            </a:pPr>
            <a:r>
              <a:rPr lang="en-US" b="true" sz="3157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Component Diagram:</a:t>
            </a:r>
            <a:r>
              <a:rPr lang="en-US" sz="315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Shows the big modules. User system, Game system, Manual system.</a:t>
            </a:r>
          </a:p>
          <a:p>
            <a:pPr algn="l" marL="681800" indent="-340900" lvl="1">
              <a:lnSpc>
                <a:spcPts val="6000"/>
              </a:lnSpc>
              <a:buFont typeface="Arial"/>
              <a:buChar char="•"/>
            </a:pPr>
            <a:r>
              <a:rPr lang="en-US" b="true" sz="3157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Deployment Diagram:</a:t>
            </a:r>
            <a:r>
              <a:rPr lang="en-US" sz="315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Shows where the game runs. Web client, Server, Database."</a:t>
            </a:r>
          </a:p>
          <a:p>
            <a:pPr algn="l">
              <a:lnSpc>
                <a:spcPts val="382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4775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Game Behavior {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3994" y="3551816"/>
            <a:ext cx="7289571" cy="1774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Activity Diagram: </a:t>
            </a: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Shows the player steps:</a:t>
            </a:r>
          </a:p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Login → Choose game → Play → Save → Exit.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3407" y="6525199"/>
            <a:ext cx="7289571" cy="133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Sequence Diagram:</a:t>
            </a: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Shows one action step by step:</a:t>
            </a:r>
          </a:p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Choose game → Load → Start.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74996" y="3551816"/>
            <a:ext cx="7233764" cy="133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Sequence Diagram: </a:t>
            </a: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Shows one action step by step:</a:t>
            </a:r>
          </a:p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Choose game → Load → Start.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23914" y="6334699"/>
            <a:ext cx="7784304" cy="221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52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Use Case Diagram:</a:t>
            </a: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Shows what the user can do:</a:t>
            </a:r>
          </a:p>
          <a:p>
            <a:pPr algn="l" marL="690881" indent="-345440" lvl="1">
              <a:lnSpc>
                <a:spcPts val="352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Search guides, comment, see progress, manage users."</a:t>
            </a:r>
          </a:p>
          <a:p>
            <a:pPr algn="l">
              <a:lnSpc>
                <a:spcPts val="35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63407" y="2496843"/>
            <a:ext cx="1167193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3407" y="5468559"/>
            <a:ext cx="1167193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30249" y="2496843"/>
            <a:ext cx="1167193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30249" y="5278059"/>
            <a:ext cx="1167193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8716" y="2451159"/>
            <a:ext cx="7667477" cy="6205161"/>
            <a:chOff x="0" y="0"/>
            <a:chExt cx="3264708" cy="26420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64708" cy="2642074"/>
            </a:xfrm>
            <a:custGeom>
              <a:avLst/>
              <a:gdLst/>
              <a:ahLst/>
              <a:cxnLst/>
              <a:rect r="r" b="b" t="t" l="l"/>
              <a:pathLst>
                <a:path h="2642074" w="3264708">
                  <a:moveTo>
                    <a:pt x="0" y="0"/>
                  </a:moveTo>
                  <a:lnTo>
                    <a:pt x="3264708" y="0"/>
                  </a:lnTo>
                  <a:lnTo>
                    <a:pt x="3264708" y="2642074"/>
                  </a:lnTo>
                  <a:lnTo>
                    <a:pt x="0" y="2642074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81808" y="2451159"/>
            <a:ext cx="7667477" cy="4542638"/>
            <a:chOff x="0" y="0"/>
            <a:chExt cx="3264708" cy="19341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64708" cy="1934194"/>
            </a:xfrm>
            <a:custGeom>
              <a:avLst/>
              <a:gdLst/>
              <a:ahLst/>
              <a:cxnLst/>
              <a:rect r="r" b="b" t="t" l="l"/>
              <a:pathLst>
                <a:path h="1934194" w="3264708">
                  <a:moveTo>
                    <a:pt x="0" y="0"/>
                  </a:moveTo>
                  <a:lnTo>
                    <a:pt x="3264708" y="0"/>
                  </a:lnTo>
                  <a:lnTo>
                    <a:pt x="3264708" y="1934194"/>
                  </a:lnTo>
                  <a:lnTo>
                    <a:pt x="0" y="1934194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86709" y="2890163"/>
            <a:ext cx="6261698" cy="45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0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All diagrams work together.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18173" y="3349231"/>
            <a:ext cx="5889650" cy="160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90"/>
              </a:lnSpc>
            </a:pPr>
            <a:r>
              <a:rPr lang="en-US" sz="2553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Clear information.</a:t>
            </a:r>
          </a:p>
          <a:p>
            <a:pPr algn="just">
              <a:lnSpc>
                <a:spcPts val="4290"/>
              </a:lnSpc>
            </a:pPr>
            <a:r>
              <a:rPr lang="en-US" sz="2553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Better teamwork.</a:t>
            </a:r>
          </a:p>
          <a:p>
            <a:pPr algn="just">
              <a:lnSpc>
                <a:spcPts val="4290"/>
              </a:lnSpc>
            </a:pPr>
            <a:r>
              <a:rPr lang="en-US" b="true" sz="2553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Less mistakes.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86709" y="3587023"/>
            <a:ext cx="6555026" cy="487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4497"/>
              </a:lnSpc>
              <a:buFont typeface="Arial"/>
              <a:buChar char="•"/>
            </a:pPr>
            <a:r>
              <a:rPr lang="en-US" b="true" sz="2599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Use Cases: what the player does.</a:t>
            </a:r>
          </a:p>
          <a:p>
            <a:pPr algn="l" marL="561336" indent="-280668" lvl="1">
              <a:lnSpc>
                <a:spcPts val="4497"/>
              </a:lnSpc>
              <a:buFont typeface="Arial"/>
              <a:buChar char="•"/>
            </a:pPr>
            <a:r>
              <a:rPr lang="en-US" b="true" sz="2599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Sequence: how the system works.</a:t>
            </a:r>
          </a:p>
          <a:p>
            <a:pPr algn="l" marL="561336" indent="-280668" lvl="1">
              <a:lnSpc>
                <a:spcPts val="4497"/>
              </a:lnSpc>
              <a:buFont typeface="Arial"/>
              <a:buChar char="•"/>
            </a:pPr>
            <a:r>
              <a:rPr lang="en-US" b="true" sz="2599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States: how things change. Example:</a:t>
            </a:r>
          </a:p>
          <a:p>
            <a:pPr algn="l" marL="561336" indent="-280668" lvl="1">
              <a:lnSpc>
                <a:spcPts val="4497"/>
              </a:lnSpc>
              <a:buFont typeface="Arial"/>
              <a:buChar char="•"/>
            </a:pPr>
            <a:r>
              <a:rPr lang="en-US" b="true" sz="2599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Mission → Available → Accepted → Completed.</a:t>
            </a:r>
          </a:p>
          <a:p>
            <a:pPr algn="l">
              <a:lnSpc>
                <a:spcPts val="311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618173" y="6032345"/>
            <a:ext cx="626169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2499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UML helps us make better games.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047750"/>
            <a:ext cx="8961521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Integration and Conclusion {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94037" y="2890163"/>
            <a:ext cx="6261698" cy="45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0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Benefits: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4037" y="5356826"/>
            <a:ext cx="6261698" cy="45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0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Conclusion: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-2839732" y="3931089"/>
            <a:ext cx="8741551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276752" y="2222185"/>
            <a:ext cx="10718760" cy="132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97"/>
              </a:lnSpc>
            </a:pPr>
            <a:r>
              <a:rPr lang="en-US" sz="912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{Gracias}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DAG5pw1tWek</dc:identifier>
  <dcterms:modified xsi:type="dcterms:W3CDTF">2011-08-01T06:04:30Z</dcterms:modified>
  <cp:revision>1</cp:revision>
  <dc:title>Presentación Técnica Código Programación Minimalista Gris</dc:title>
</cp:coreProperties>
</file>